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B82F6"/>
                </a:solidFill>
              </a:defRPr>
            </a:pPr>
            <a:r>
              <a:t>ACADEMIC CAPSTONE PROJECT</a:t>
            </a:r>
          </a:p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</a:defRPr>
            </a:pPr>
            <a:r>
              <a:t>Bus Depot Management System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 Role-Based Enterprise Web Platform for Fleet Logistics, Route Allocation &amp; Duty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PROJECT PRESENTATION DETAILS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Student Name: [Your Name]      |   Roll Number: [Your Roll Number]      |   Department: Computer Science &amp; Engineering</a:t>
            </a:r>
            <a:br/>
            <a:r>
              <a:t>• College / University: [Your College Name]      |   Project Guide: [Guide Name / Designation]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Introduction &amp;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🚌  The Modern Transit Challenge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Public and private bus transport networks operate hundreds of buses across complex city corridors.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Daily depot activities require synchronized coordination between fleet maintenance, driver shifts, and timetable schedules.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Manual registers and spreadsheets lead to scheduling conflicts, untracked delays, and delayed repairs.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Depot supervisors need unified visibility to ensure optimal fleet turnaround and passenger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⚡  Our Solution: Bus Depot Management System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 full-stack, enterprise-grade web application built using Python FastAPI and SQLite.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Strict Role-Based Access Control (RBAC) across three distinct user roles: Admin, Operations, and Driver.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Real-time asset tracking: Live availability counters for buses, drivers, routes, and dispatches.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Full audit logging: Every login, vehicle assignment, schedule change, and status transition is recorded.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⚠️  Operational Friction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Manual pen-and-paper registers cause delays in morning vehicle dispatch.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High risk of human error when assigning buses to routes.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No live visibility into which buses are under maintenance vs road-ready.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🔒  Lack of Authorization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Traditional desktop tools lack granular role permissions.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Drivers and operations staff can accidentally modify core system settings.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No audit trail to identify who made changes or unauthorized edits.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📡  Communication Gaps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Drivers have no personal mobile-friendly portal to verify their daily roster.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Operations managers cannot track trip completion in real-time.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Depot administrators struggle to generate fleet performance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Existing System vs. Proposed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❌  Existing Legacy System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Physical ledger registers or static excel spreadsheets.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Double-booking of buses or drivers due to desynchronized data.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Zero password security: plain records stored without encryption.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No automated release of vehicles once trips reach completion.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Manual calculation of reports and maintenance tracking.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High turnaround time for incident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✅  Proposed Web Management System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Centralized SQLite relational database with ACID compliance.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FastAPI asynchronous backend with sub-millisecond API response.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Bcrypt password hashing + JWT session security + Cookie protection.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Automated lifecycle: completing a trip instantly frees bus &amp; driver.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Visual analytics: Fleet breakdown, driver duty status, route loads.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Dedicated self-service portal for drivers to update live trip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🎯  1. Role-Based Access Control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Enforce strict server-side RBAC separating Admin, Operations, and Driver portals.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Guarantee URL tampering redirects unprivileged users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🚌  2. End-to-End Fleet Logistics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Manage complete bus lifecycle from registration to periodic maintenance.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Track capacity, bus type (AC, Express, Electric), and roadworthiness.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⚙️  3. Intelligent Dispatching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Prevent assigning unavailable or maintenance-bound buses to new trips.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Automatically transition driver rosters between Active, On Duty, and Off Duty.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📊  4. Real-time Audit &amp; Analytics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Capture every security and operational event in an immutable activity log.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Provide interactive visual charts for fleet utilization and route 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Rationale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🐍  Backend (Python &amp; FastAPI)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Python 3.12: High productivity, robust typing, and extensive library ecosystem.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FastAPI: Modern, async-native ASGI web framework with automatic OpenAPI docs.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SQLAlchemy 2.0 ORM: Safe object-relational mapping preventing SQL injection.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Uvicorn: Lightning-fast ASGI production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🛡️  Security &amp; Database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SQLite 3: Zero-configuration, zero-latency serverless relational storage.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Bcrypt: Salting &amp; adaptive hashing algorithm against dictionary attacks.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PyJWT: Stateless signed authentication tokens with expiration timestamps.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HTTP-Only Cookies: Mitigation against Cross-Site Scripting (XSS) 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💻  Frontend (HTML5, CSS3, JS)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HTML5 Semantic Architecture: Accessible tables, forms, and dialog wrappers.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Vanilla CSS3: Custom enterprise design system with dark mode &amp; glassmorphism.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Vanilla ES6+ JavaScript: Fetch API async/await controllers with real-time DOM updates.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Zero Heavy Framework Overhead: Instant load time and zero build step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Multi-Tier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920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1️⃣  Presentation Tier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Responsive Web UI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Admin Dashboard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Operations Portal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Driver Mobile View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Vanilla JS Controllers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Fetch API Async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2️⃣  Security &amp; Gateway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HTTP-only Cookies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Bearer JWT Tokens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Password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Role Guard Middleware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CORS &amp; Input Validation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Session Expiry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3️⃣  Application Tier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FastAPI Async Routers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Auth Service (/auth)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Admin Engine (/admin)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Ops Engine (/operations)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Driver Engine (/driver)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Activity Audit Logger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645920"/>
            <a:ext cx="23774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828800"/>
            <a:ext cx="1920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4️⃣  Data Tier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SQLAlchemy 2.0 ORM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SQLite Relational DB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Users &amp; Drivers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Buses &amp; Routes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Trips &amp; Assignments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Audit Activity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Modules &amp; Role-Based Privileges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👑  1. Administrator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Total Depot Oversight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User Management (Create, Edit, Deactivate, Roles)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Bus Master Catalog &amp; Maintenance Logs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Driver Registration &amp; License Management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Transit Routes &amp; Stop Configuration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Depot Analytics &amp; Visual Fleet Reports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Full Security Audit Activity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📋  2. Operations Staff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Fleet Dispatch Operations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View &amp; Filter Real-time Bus Status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Check Driver Availability &amp; Roster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Create Trips &amp; Assign Bus + Driver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Manage Operational Assignments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Override Trip Status When Permitted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Restricted: Cannot alter users/roles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👨‍✈️  3. Driver Portal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Personalized Pilot View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View Assigned Bus Specs &amp; Status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View Active Route &amp; Corridor Stops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View Personal Duty Schedule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Start Trip (Assigned ➔ In Progress)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Complete Trip (Auto-releases vehicle)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Restricted: No administrative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Authentication &amp; Security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🔐  Login &amp; Token Verification Flow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Step 1: User submits Username/Email and Password via HTTPS.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Step 2: Backend fetches user record by unique identifier.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Step 3: Bcrypt verifies submitted password against stored hash.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Step 4: If valid, backend generates signed HS256 JWT access token.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Step 5: Token set in HTTP-Only SameSite cookie and returned in JSON.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Step 6: Backend dynamically routes user to role-specific dashboard.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Step 7: Every sub-request validates signature and active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🛡️  Security Safeguards Implemented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✓ Zero Plain-Text Passwords: All credentials hashed with 12 rounds of bcrypt.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✓ Server-Side RBAC: Endpoints protected by FastAPI Depends(require_role).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✓ URL Tampering Proof: Visiting unauthorized dashboard URL redirects with warning.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✓ SQL Injection Prevention: Parameterized SQLAlchemy queries.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✓ XSS Protection: Strict template escaping &amp; HTTP-only cookies.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✓ Audit Trail: Every failed login, creation, and dispatch logged.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Relational Database Design (SQLite)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👥  Identity &amp; Personnel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users: id, username, email, password_hash, role, is_active, created_at.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drivers: id, user_id (FK), driver_id, name, phone, license_number, status.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One-to-One link between driver user account and personnel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🚌  Fleet &amp; Transit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buses: id, bus_number, registration_number, bus_type, capacity, status, maintenance_status.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routes: id, route_number, source, destination, stops, status.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Enforces unique bus numbers and registration 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📜  Operations &amp; Audit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trips: id, route_id (FK), bus_id (FK), driver_id (FK), departure_time, arrival_time, status.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assignments: id, trip_id (FK), bus_id, driver_id, assigned_by, notes, status.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activity_logs: id, user_id (FK), username, role, action, details, timestamp.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Application Highlights &amp; 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✨  Enterprise UI / UX Features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Responsive Dashboard Shell: Collapsible sidebar, topbar with live clock and role indicator.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Single-Page Transitions: Seamless switching between views without page refreshes.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Real-Time Statistics: Metrics cards with visual counters and color-coded status badges.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Search &amp; Filtering: Instant client-side search across buses, drivers, routes, and logs.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Interactive Modal Windows: Clean popup forms for creating and editing records.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Animated Toast Alerts: Floating non-intrusive notification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🚀  Automated Operational Workflow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Intelligent Assignment: Automatically marks bus 'Assigned' and driver 'On Duty'.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Vehicle Protection: Prevents assigning buses marked 'Under Maintenance'.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Driver Self-Service: Drivers click 'Start Trip' to mark route in-progress.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Automated Resource Release: Completing a trip frees the bus back to 'Available'!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Comprehensive Audit Log: Retains timestamped record of every administrative action.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100% Automated Test Suite: 29 out of 29 end-to-end unit tests passed.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BUS DEPOT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🎓  Project Conclusion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Successfully engineered a complete, production-ready Bus Depot Management System.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Implemented robust, secure authentication and role-based authorization.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Automated operational workflows, reducing vehicle dispatch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Eliminated paperwork and spreadsheet dependencies with centralized SQLite storage.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Designed a professional, responsive user interface suitable for depot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🔮  Future Scope &amp; Enhancements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GPS Fleet Tracking: Real-time telemetry via IoT OBD-II dongles on buses.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Automated Passenger Ticketing: Integration with smart cards / QR code tickets.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Predictive Maintenance: AI algorithms to forecast mechanical failures from mileage.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Automated Crew Rostering: Optimization algorithms for driver duty scheduling.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Passenger Mobile App: Real-time bus arrival times and seat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